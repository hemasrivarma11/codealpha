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Awareness Training</a:t>
            </a:r>
          </a:p>
          <a:p>
            <a:r>
              <a:t>Understanding and Preventing Phishing Attacks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cyberattack where attackers trick users into revealing sensitive information such as passwords, OTPs, and banking details.</a:t>
            </a:r>
          </a:p>
          <a:p/>
          <a:p>
            <a:r>
              <a:t>Types:</a:t>
            </a:r>
          </a:p>
          <a:p>
            <a:r>
              <a:t>• Email Phishing</a:t>
            </a:r>
          </a:p>
          <a:p>
            <a:r>
              <a:t>• SMS Phishing (Smishing)</a:t>
            </a:r>
          </a:p>
          <a:p>
            <a:r>
              <a:t>• Voice Phishing (Vishing)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Phishing</a:t>
            </a:r>
          </a:p>
          <a:p>
            <a:r>
              <a:t>• Spear Phishing</a:t>
            </a:r>
          </a:p>
          <a:p>
            <a:r>
              <a:t>• Whaling</a:t>
            </a:r>
          </a:p>
          <a:p>
            <a:r>
              <a:t>• Smishing</a:t>
            </a:r>
          </a:p>
          <a:p>
            <a:r>
              <a:t>• Vishing</a:t>
            </a:r>
          </a:p>
          <a:p/>
          <a:p>
            <a:r>
              <a:t>Each phishing type targets victims using different communication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Indicators of phishing emails:</a:t>
            </a:r>
          </a:p>
          <a:p>
            <a:r>
              <a:t>• Suspicious sender address</a:t>
            </a:r>
          </a:p>
          <a:p>
            <a:r>
              <a:t>• Urgent language</a:t>
            </a:r>
          </a:p>
          <a:p>
            <a:r>
              <a:t>• Grammar mistakes</a:t>
            </a:r>
          </a:p>
          <a:p>
            <a:r>
              <a:t>• Unknown attachments</a:t>
            </a:r>
          </a:p>
          <a:p>
            <a:r>
              <a:t>• Fake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identify fake websites:</a:t>
            </a:r>
          </a:p>
          <a:p>
            <a:r>
              <a:t>• Check HTTPS</a:t>
            </a:r>
          </a:p>
          <a:p>
            <a:r>
              <a:t>• Verify domain spelling</a:t>
            </a:r>
          </a:p>
          <a:p>
            <a:r>
              <a:t>• Avoid suspicious popups</a:t>
            </a:r>
          </a:p>
          <a:p>
            <a:r>
              <a:t>• Examine website design</a:t>
            </a:r>
          </a:p>
          <a:p>
            <a:r>
              <a:t>• Avoid unknown login 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use:</a:t>
            </a:r>
          </a:p>
          <a:p>
            <a:r>
              <a:t>• Fear tactics</a:t>
            </a:r>
          </a:p>
          <a:p>
            <a:r>
              <a:t>• Fake authority</a:t>
            </a:r>
          </a:p>
          <a:p>
            <a:r>
              <a:t>• Urgency</a:t>
            </a:r>
          </a:p>
          <a:p>
            <a:r>
              <a:t>• Emotional manipulation</a:t>
            </a:r>
          </a:p>
          <a:p/>
          <a:p>
            <a:r>
              <a:t>Examples:</a:t>
            </a:r>
          </a:p>
          <a:p>
            <a:r>
              <a:t>• 'Your account will be blocked!'</a:t>
            </a:r>
          </a:p>
          <a:p>
            <a:r>
              <a:t>• 'Claim your reward now!'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Multi-Factor Authentication (MFA)</a:t>
            </a:r>
          </a:p>
          <a:p>
            <a:r>
              <a:t>• Verify links before clicking</a:t>
            </a:r>
          </a:p>
          <a:p>
            <a:r>
              <a:t>• Never share OTPs</a:t>
            </a:r>
          </a:p>
          <a:p>
            <a:r>
              <a:t>• Use antivirus software</a:t>
            </a:r>
          </a:p>
          <a:p>
            <a:r>
              <a:t>• Keep software updated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Twitter Bitcoin Scam (2020):</a:t>
            </a:r>
          </a:p>
          <a:p>
            <a:r>
              <a:t>Attackers used social engineering to compromise high-profile Twitter accounts and promote cryptocurrency scams.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phishing?</a:t>
            </a:r>
          </a:p>
          <a:p>
            <a:r>
              <a:t>2. How can fake websites be identified?</a:t>
            </a:r>
          </a:p>
          <a:p>
            <a:r>
              <a:t>3. What does HTTPS indicate?</a:t>
            </a:r>
          </a:p>
          <a:p>
            <a:r>
              <a:t>4. What is spear phishing?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awareness helps users recognize and avoid cyber threats, reducing the risks of data theft and financial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